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Tobacco Risk &amp; Outcome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5E7EB"/>
                </a:solidFill>
              </a:rPr>
              <a:t>End-to-End Data Analytics Project | Ritesh Deepak Mengade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2875" y="1828799"/>
            <a:ext cx="8801099" cy="348615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Integrated analysis combining Python, SQL (SQLite), and Power BI to evaluate the long-term health impact of tobacco consumption.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Business Context, Objectives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448" y="1340343"/>
            <a:ext cx="26860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Business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" y="1824185"/>
            <a:ext cx="87953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Quantify relationship between smoking prevalence and health outcomes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disease categories driving tobacco-related hospital burden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long-term trends in admissions, fatalities, and prescriptions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 executive decision-making through interactive analytics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 data-backed insights for public health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448" y="4132738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Data &amp; Engineering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" y="4589938"/>
            <a:ext cx="87496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Raw datasets cleaned and standardized using Python (Pandas)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Numeric validation and aggregation performed in SQLite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intelligence enabled via centralized Year dimension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 schema modeled in Power BI for performance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quality checks implemented for nulls and type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74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588" y="182880"/>
            <a:ext cx="930830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FFFFFF"/>
                </a:solidFill>
              </a:rPr>
              <a:t>Advanced Dashboard Features &amp; Technical Dept</a:t>
            </a:r>
            <a:r>
              <a:rPr lang="en-US" sz="3400" b="1" dirty="0">
                <a:solidFill>
                  <a:srgbClr val="FFFFFF"/>
                </a:solidFill>
              </a:rPr>
              <a:t>h</a:t>
            </a:r>
            <a:endParaRPr sz="34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7185" y="1325880"/>
            <a:ext cx="374929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Advanced Power BI Features</a:t>
            </a:r>
            <a:r>
              <a:rPr lang="en-US" sz="2200" b="1" dirty="0">
                <a:solidFill>
                  <a:srgbClr val="1F2937"/>
                </a:solidFill>
              </a:rPr>
              <a:t> :-</a:t>
            </a:r>
            <a:endParaRPr sz="22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7185" y="1782276"/>
            <a:ext cx="84696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KPI cards with slicer-driven context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Field parameter metric toggle for flexible analysis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Interactive drill-through for deep-dive exploration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 tooltip page for enhanced hover insights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Top-N diagnosis filtering for focused executive view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Dual-axis trend visualization for multi-metric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333860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Statistical &amp; SQL Analysis</a:t>
            </a:r>
            <a:r>
              <a:rPr lang="en-US" sz="2200" b="1" dirty="0">
                <a:solidFill>
                  <a:srgbClr val="1F2937"/>
                </a:solidFill>
              </a:rPr>
              <a:t> :-</a:t>
            </a:r>
            <a:endParaRPr sz="2200" b="1" dirty="0">
              <a:solidFill>
                <a:srgbClr val="1F293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59" y="4617720"/>
            <a:ext cx="84124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Correlation analysis revealed strong association (r = 0.94)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 regression achieved high explanatory power (R² = 0.884)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joins used to validate cross-table consistency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Year-wise aggregations optimized using GROUP BY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Fatality rate engineered as derived business metric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End-to-end analytics workflow demonstrated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Key Insights, Business Impact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311" y="1614086"/>
            <a:ext cx="353442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F2937"/>
                </a:solidFill>
              </a:rPr>
              <a:t>Strategic Insights &amp; Impact</a:t>
            </a:r>
            <a:r>
              <a:rPr lang="en-US" sz="2200" b="1" dirty="0">
                <a:solidFill>
                  <a:srgbClr val="1F2937"/>
                </a:solidFill>
              </a:rPr>
              <a:t> :-</a:t>
            </a:r>
            <a:endParaRPr sz="22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311" y="2148036"/>
            <a:ext cx="8823377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Smoking prevalence shows a structural downward trend over time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Hospital admissions remain persistently elevated, indicating lagged health effects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Strong statistical relationship between smoking and fatalities identified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Certain disease groups dominate the tobacco-related healthcare burden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enables faster executive monitoring and policy evaluation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 can be extended for predictive public health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Prepared by Ritesh Deepak Mengade | Data Analyst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808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302</Words>
  <Application>Microsoft Office PowerPoint</Application>
  <PresentationFormat>On-screen Show (4:3)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Ritesh Mengade</cp:lastModifiedBy>
  <cp:revision>2</cp:revision>
  <dcterms:created xsi:type="dcterms:W3CDTF">2013-01-27T09:14:16Z</dcterms:created>
  <dcterms:modified xsi:type="dcterms:W3CDTF">2026-02-17T11:16:45Z</dcterms:modified>
  <cp:category/>
</cp:coreProperties>
</file>